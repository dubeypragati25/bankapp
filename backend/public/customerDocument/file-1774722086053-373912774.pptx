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Good Manufacturing Practices (GMP)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Overview, Principles, and Key Components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GMP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GMP stands for Good Manufacturing Practices</a:t>
            </a:r>
          </a:p>
          <a:p>
            <a:r>
              <a:t>Ensures products are consistently produced and controlled</a:t>
            </a:r>
          </a:p>
          <a:p>
            <a:r>
              <a:t>Used in pharmaceutical, food, cosmetics, and medical device industries</a:t>
            </a:r>
          </a:p>
          <a:p>
            <a:r>
              <a:t>Focuses on safety, quality, and regulatory compliance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of GMP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Ensure product quality and safety</a:t>
            </a:r>
          </a:p>
          <a:p>
            <a:r>
              <a:t>Minimize risks in manufacturing</a:t>
            </a:r>
          </a:p>
          <a:p>
            <a:r>
              <a:t>Maintain consistency between batches</a:t>
            </a:r>
          </a:p>
          <a:p>
            <a:r>
              <a:t>Comply with regulatory requirements</a:t>
            </a:r>
          </a:p>
          <a:p>
            <a:r>
              <a:t>Protect consumer health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GMP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Prevents contamination and mix-ups</a:t>
            </a:r>
          </a:p>
          <a:p>
            <a:r>
              <a:t>Ensures accurate labeling and packaging</a:t>
            </a:r>
          </a:p>
          <a:p>
            <a:r>
              <a:t>Improves product reliability</a:t>
            </a:r>
          </a:p>
          <a:p>
            <a:r>
              <a:t>Builds trust with regulatory authorities and customers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Principles of GMP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Quality management</a:t>
            </a:r>
          </a:p>
          <a:p>
            <a:r>
              <a:t>Sanitation and hygiene</a:t>
            </a:r>
          </a:p>
          <a:p>
            <a:r>
              <a:t>Qualified personnel</a:t>
            </a:r>
          </a:p>
          <a:p>
            <a:r>
              <a:t>Validated processes</a:t>
            </a:r>
          </a:p>
          <a:p>
            <a:r>
              <a:t>Proper documentation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Personnel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Proper training and qualifications</a:t>
            </a:r>
          </a:p>
          <a:p>
            <a:r>
              <a:t>Personal hygiene practices</a:t>
            </a:r>
          </a:p>
          <a:p>
            <a:r>
              <a:t>Defined roles and responsibilities</a:t>
            </a:r>
          </a:p>
          <a:p>
            <a:r>
              <a:t>Health monitoring</a:t>
            </a:r>
          </a:p>
          <a:p>
            <a:r>
              <a:t>Protective clothing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Premises and Facilities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Proper facility layout</a:t>
            </a:r>
          </a:p>
          <a:p>
            <a:r>
              <a:t>Adequate ventilation and lighting</a:t>
            </a:r>
          </a:p>
          <a:p>
            <a:r>
              <a:t>Clean water supply</a:t>
            </a:r>
          </a:p>
          <a:p>
            <a:r>
              <a:t>Waste disposal systems</a:t>
            </a:r>
          </a:p>
          <a:p>
            <a:r>
              <a:t>Separate processing areas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Equipment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Proper design and installation</a:t>
            </a:r>
          </a:p>
          <a:p>
            <a:r>
              <a:t>Regular cleaning and maintenance</a:t>
            </a:r>
          </a:p>
          <a:p>
            <a:r>
              <a:t>Calibration and validation</a:t>
            </a:r>
          </a:p>
          <a:p>
            <a:r>
              <a:t>Equipment logs and records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Raw Materials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Supplier qualification</a:t>
            </a:r>
          </a:p>
          <a:p>
            <a:r>
              <a:t>Proper storage</a:t>
            </a:r>
          </a:p>
          <a:p>
            <a:r>
              <a:t>Incoming inspection</a:t>
            </a:r>
          </a:p>
          <a:p>
            <a:r>
              <a:t>Labeling and identification</a:t>
            </a:r>
          </a:p>
          <a:p>
            <a:r>
              <a:t>Inventory control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 Operating Procedures (SOPs)</a:t>
            </a:r>
          </a:p>
          <a:p>
            <a:r>
              <a:t>Batch Manufacturing Records</a:t>
            </a:r>
          </a:p>
          <a:p>
            <a:r>
              <a:t>Batch Packaging Records</a:t>
            </a:r>
          </a:p>
          <a:p>
            <a:r>
              <a:t>Logbooks and reports</a:t>
            </a:r>
          </a:p>
          <a:p>
            <a:r>
              <a:t>Quality records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Testing raw materials</a:t>
            </a:r>
          </a:p>
          <a:p>
            <a:r>
              <a:t>In‑process checks</a:t>
            </a:r>
          </a:p>
          <a:p>
            <a:r>
              <a:t>Finished product testing</a:t>
            </a:r>
          </a:p>
          <a:p>
            <a:r>
              <a:t>Stability studies</a:t>
            </a:r>
          </a:p>
          <a:p>
            <a:r>
              <a:t>Product release approval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Process validation</a:t>
            </a:r>
          </a:p>
          <a:p>
            <a:r>
              <a:t>Equipment validation</a:t>
            </a:r>
          </a:p>
          <a:p>
            <a:r>
              <a:t>Cleaning validation</a:t>
            </a:r>
          </a:p>
          <a:p>
            <a:r>
              <a:t>Analytical method validation</a:t>
            </a:r>
          </a:p>
          <a:p>
            <a:r>
              <a:t>Computer system validation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Complaints and Recalls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Complaint handling system</a:t>
            </a:r>
          </a:p>
          <a:p>
            <a:r>
              <a:t>Investigation procedures</a:t>
            </a:r>
          </a:p>
          <a:p>
            <a:r>
              <a:t>Root cause analysis</a:t>
            </a:r>
          </a:p>
          <a:p>
            <a:r>
              <a:t>Product recall system</a:t>
            </a:r>
          </a:p>
          <a:p>
            <a:r>
              <a:t>Corrective and Preventive Action (CAPA)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Audits and Inspections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Internal audits</a:t>
            </a:r>
          </a:p>
          <a:p>
            <a:r>
              <a:t>Regulatory inspections</a:t>
            </a:r>
          </a:p>
          <a:p>
            <a:r>
              <a:t>Supplier audits</a:t>
            </a:r>
          </a:p>
          <a:p>
            <a:r>
              <a:t>Compliance checks</a:t>
            </a:r>
          </a:p>
          <a:p>
            <a:r>
              <a:t>Continuous improvement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GMP ensures product safety and quality</a:t>
            </a:r>
          </a:p>
          <a:p>
            <a:r>
              <a:t>Essential for regulated industries</a:t>
            </a:r>
          </a:p>
          <a:p>
            <a:r>
              <a:t>Requires strict procedures and monitoring</a:t>
            </a:r>
          </a:p>
          <a:p>
            <a:r>
              <a:t>Supports continuous improvement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